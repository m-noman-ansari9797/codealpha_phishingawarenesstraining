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926080" cy="292608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TASK 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Recognizing, Understanding, and Defending Against Phishing Attacks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4572000"/>
            <a:ext cx="2011680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CodeAlpha  |  27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form of social engineering in which an attacker impersonates a trusted person, brand, or organization to trick a victim into revealing sensitive information, transferring money, or installing malware.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383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mainly through email, but also SMS, phone calls, and social media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14223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95020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psychological manipulation rather than technical hacking alone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51713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common entry points for data breaches and ransomware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86600" y="1554480"/>
            <a:ext cx="4526280" cy="3977640"/>
          </a:xfrm>
          <a:prstGeom prst="roundRect">
            <a:avLst>
              <a:gd name="adj" fmla="val 2759"/>
            </a:avLst>
          </a:prstGeom>
          <a:solidFill>
            <a:srgbClr val="0B1C39"/>
          </a:solidFill>
          <a:ln/>
          <a:effectLst>
            <a:outerShdw sx="100000" sy="100000" kx="0" ky="0" algn="bl" rotWithShape="0" blurRad="101600" dist="38100" dir="5400000">
              <a:srgbClr val="1B254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86600" y="187452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64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29260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successful cyberattacks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phishing email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3931920"/>
            <a:ext cx="3429000" cy="0"/>
          </a:xfrm>
          <a:prstGeom prst="line">
            <a:avLst/>
          </a:prstGeom>
          <a:noFill/>
          <a:ln w="12700">
            <a:solidFill>
              <a:srgbClr val="2C3A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416052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don't need to break your systems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can simply ask you for the keys.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•  Phishing Awareness Training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Types of Phishing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928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a bank, service, or company to steal credentials.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920240"/>
            <a:ext cx="548640" cy="54864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928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 using personal details about one specific victim.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8928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phone calls impersonating support staff, banks, or officials.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0416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091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SMS messages with malicious links or urgent requests.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069080"/>
            <a:ext cx="548640" cy="54864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⧉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0416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7091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near-identical copy of a real, previously delivered email, with links swapped.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069080"/>
            <a:ext cx="548640" cy="54864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753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0416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7091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to authorize fraudulent payments.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•  Phishing Awareness Training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SKILLS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Spot a Phishing Email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36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sender address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636776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support@paypa1-secure.com instead of the real paypal.com domain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50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tone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50008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account will be suspended in 24 hours!” pressure to act fast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03704"/>
            <a:ext cx="11064240" cy="0"/>
          </a:xfrm>
          <a:prstGeom prst="line">
            <a:avLst/>
          </a:prstGeom>
          <a:noFill/>
          <a:ln w="9525">
            <a:solidFill>
              <a:srgbClr val="E1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18104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06324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“Dear Customer” instead of your actual name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916936"/>
            <a:ext cx="11064240" cy="0"/>
          </a:xfrm>
          <a:prstGeom prst="line">
            <a:avLst/>
          </a:prstGeom>
          <a:noFill/>
          <a:ln w="9525">
            <a:solidFill>
              <a:srgbClr val="E1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776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776472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before clicking — the display text can lie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630168"/>
            <a:ext cx="11064240" cy="0"/>
          </a:xfrm>
          <a:prstGeom prst="line">
            <a:avLst/>
          </a:prstGeom>
          <a:noFill/>
          <a:ln w="9525">
            <a:solidFill>
              <a:srgbClr val="E1E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54456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4897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489704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or documents you never requested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9525">
            <a:solidFill>
              <a:srgbClr val="E1E5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5202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sensitive data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5202936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companies rarely ask for passwords or OTPs by email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056632"/>
            <a:ext cx="11064240" cy="0"/>
          </a:xfrm>
          <a:prstGeom prst="line">
            <a:avLst/>
          </a:prstGeom>
          <a:noFill/>
          <a:ln w="9525">
            <a:solidFill>
              <a:srgbClr val="E1E5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•  Phishing Awareness Training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SKILLS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Spot a Fake Website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6274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2996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38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URL carefully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0428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misspellings, extra words, or an unfamiliar domain extension (.xyz, .top)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6274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12724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35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padlock icon is not proof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40156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can obtain HTTPS certificates too — it only means the connection is encrypted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6274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2452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24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330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design quality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4988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logos, broken layouts, and odd fonts often signal a hastily built clone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6274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32180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321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230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unusual pop-ups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59612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“virus detected” or “account locked” pop-ups pushing you to act immediately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•  Phishing Awareness Training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1016" y="2240280"/>
            <a:ext cx="640080" cy="64008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7101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7472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within 1 hour or lose access” forces snap decisions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16352" y="1920240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8728" y="2240280"/>
            <a:ext cx="640080" cy="64008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8728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907792" y="3063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347472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Posing as your boss, bank, or IT department to gain trust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84064" y="1920240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2240280"/>
            <a:ext cx="640080" cy="64008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064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175504" y="3063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21224" y="347472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legal action, or account suspension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51776" y="1920240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74152" y="2240280"/>
            <a:ext cx="640080" cy="64008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7415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443216" y="3063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88936" y="347472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“See who viewed your profile” bait links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19488" y="1920240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41864" y="2240280"/>
            <a:ext cx="640080" cy="64008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4186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710928" y="3063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56648" y="347472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prizes, refunds, or investment opportunities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•  Phishing Awareness Training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Annotated Example: A Fake “Account Alert” Email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6DB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6309360" cy="457200"/>
          </a:xfrm>
          <a:prstGeom prst="rect">
            <a:avLst/>
          </a:prstGeom>
          <a:solidFill>
            <a:srgbClr val="EDEF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647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security@paypa1-alerts.com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585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URGENT: Your account will be suspended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5943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 on your account. You must verify your identity within 24 hours or your account will be permanently suspended.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below to verify now: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http://paypal-verify-account.security-check.net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Regards,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Security Team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86600" y="173736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0B1C3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23760" y="17647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Misspelled domain: “paypa1” not “paypal”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86600" y="242316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0B1C3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0" y="24505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Generic greeting, no real name used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86600" y="310896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0B1C3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23760" y="31363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Artificial urgency — 24 hour threat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379476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0B1C3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38221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Link domain has nothing to do with PayPal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86600" y="448056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0B1C3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23760" y="45079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Vague signature, no employee name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•  Phishing Awareness Training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Annotated Example: A Cloned Login Page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6DB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6309360" cy="411480"/>
          </a:xfrm>
          <a:prstGeom prst="rect">
            <a:avLst/>
          </a:prstGeom>
          <a:solidFill>
            <a:srgbClr val="EDEF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4650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http://secure-paypal-login.com/signin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PayPal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your account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12700">
            <a:solidFill>
              <a:srgbClr val="C7CC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493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12700">
            <a:solidFill>
              <a:srgbClr val="C7CC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041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45720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572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03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0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site is not affiliated with PayPal Inc.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86600" y="173736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0B1C3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17647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Domain is not paypal.com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86600" y="242316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0B1C3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23760" y="24505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Logo colour and font don’t quite match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86600" y="310896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0B1C3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0" y="31363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security indicators beyond a padlock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379476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0B1C3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23760" y="38221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Generic hosting, no company footer info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•  Phishing Awareness Training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Stay Protected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6274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031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unknown links or open unexpected attachments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6274F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1945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1031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requests through a separate, trusted channel — call, don’t reply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6274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2918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 on every account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6274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38328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2918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and unique passwords per site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6274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5720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48056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browsers, apps, and operating systems updated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43434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16274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45720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448056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IT/security instead of just deleting them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2C3A6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no legitimate organization will ever pressure you to act within minutes.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•  Phishing Awareness Training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 email from “support@paypa1.com” asks you to verify your password urgently. What do you do?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0487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Do not click. Verify by visiting the official site directly or calling support.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4015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pop-up says “Virus detected — click here to remove now!” What's the safest response?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0507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Close the pop-up and scan your device using trusted, installed antivirus software.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0017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Your “manager” emails asking you to urgently buy gift cards and send the codes. What tactic is this?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60527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Authority + urgency — a classic whaling/CEO fraud attempt. Verify by phone before acting.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•  Phishing Awareness Training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38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exploits human trust, not just technical weaknesses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968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sender, the link, and the tone of a message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552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password managers reduce the impact of stolen credentials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9136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verify through a separate trusted channel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55371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572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 — you may be protecting others too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2C3A6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CISA, Verizon Data Breach Investigations Report, NIST Phishing Guidance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•  Cyber Security Internship  •  Phishing Awareness Training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CodeAlpha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CodeAlpha Cyber Security Internship</dc:creator>
  <cp:lastModifiedBy>CodeAlpha Cyber Security Internship</cp:lastModifiedBy>
  <cp:revision>1</cp:revision>
  <dcterms:created xsi:type="dcterms:W3CDTF">2026-09-27T09:34:57Z</dcterms:created>
  <dcterms:modified xsi:type="dcterms:W3CDTF">2026-09-27T09:34:57Z</dcterms:modified>
</cp:coreProperties>
</file>